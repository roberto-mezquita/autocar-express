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CAE10-9352-4AC7-9226-F156E5506B85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1E3DF-5BCC-4577-AD4E-33F355A2B6E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668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1E3DF-5BCC-4577-AD4E-33F355A2B6E8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024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8DDC2-A62E-C580-57AC-EDA52DFA2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F952CB-C516-E263-1F84-A1A05E2E8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CECFAA-042E-EAE6-F675-79818B28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E62283-005B-F1EB-F3D6-E5687FEDD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1FB8F-F8D0-04E0-4DD9-602C7E5B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80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A102-079B-4A31-7E8F-08430C313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3A1016-9924-2505-ED39-49ADB1FF6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9A3A35-4A37-98A8-819F-B7FFF0EF4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C2B8C9-99F3-0F8F-D0B3-17326FA6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594289-F651-6E16-F738-34FC01A2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313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EA562-12D4-B787-C340-171ADBCE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C624C2-320D-4E2A-B7F4-CF1244B66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9E13BA-5124-E0D1-6D71-3C72A1C1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025737-8AF9-E35E-FC62-F5AEDC729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7C8CDA-265D-7DB5-8EEA-EF54B8DD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318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DD4E7-7EF0-E574-7192-784E463D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FD2CF0-9749-C549-6357-CF8876380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AD25FB-2C89-6D76-E3E1-2D1768F06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273B4E-3C45-492B-FAED-B6895E42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A4B8C8-6E73-83E2-CD48-FBA128F5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794AE7-B51F-94C5-B25B-09307FFE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955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E2E86-930D-6C6D-EDF2-B16BC93CA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93BD81-42F0-CE93-3E86-F856F64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3D3350-126C-2503-4F4D-F1B43922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881D51-4922-FF07-A583-233746AC1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DE42C1C-8959-48EA-270D-BED754E4E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DC3BDC-9F10-CF7A-F302-26D1278A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0DAED45-1FBA-D9C4-04EB-C945B8311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8352AF8-03D5-D254-24F4-10222570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778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0FE6F-7940-3C54-F425-E946DA7B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066BD12-CA52-FEF6-A93A-5154DAE3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E15EC2-C230-F3C6-DB13-19E44C1D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CA76C3-35C8-64DD-31C7-A6B7B476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619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4B59F71-33ED-3296-4832-8C957E7D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B1158A-C5E6-4524-85BA-AF448138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F2F737-30E2-DACC-FF7B-09A7AC48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0004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ADC6C-017A-A1F9-F3FA-8C78654AC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48C35B-E0F5-3D68-E4BB-51D828654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FC488E-5475-69CD-07C7-3DE95B0D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2048B8-F01E-0548-0824-C28F3EC5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36FC35-4BCD-2F56-46F0-25DAAC6D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3282A5-2425-10C1-F73B-C7E7FE3D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761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99E8E-7363-4D27-4F9F-DF76E6C3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B80307F-C491-6525-5E83-C5DD80A6E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CFF2BF-588E-66C9-A1C3-D96345445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1CCE58-9370-5EBF-A82B-03232EEF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913D67-284D-1F92-73C0-3C1DBD747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4E4EB9-5FD1-E01D-0CC3-40685D23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044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0E611-E420-EB5A-5975-D2AAFAD3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F1C53C-0CBA-D2E2-73B4-B76E48402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EC5B6D-55CB-87A2-366B-0B7E1F7D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03CC2-ED1A-3184-6155-F8BFFF01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6038A9-7A26-5379-90A0-3D69371D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106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B4E346-983C-2C5B-86A8-EA0AE00FE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EE57DE-DE17-798E-7C3F-B402DC6EE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5A2EA-D67E-0C83-14BF-E26846D57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2E38C9-077B-86F0-564C-41E93BC24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596AA6-C5A9-7DD4-6086-9734840F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6521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38CBC3A-D902-FAFF-D95C-3F267F6C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7D6E45-66AF-F07C-4795-AECEDD3B0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CD5A9F-CA93-3C9C-3331-0F9338D6F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6CDA9-DDE6-4595-972B-57344571F1EA}" type="datetimeFigureOut">
              <a:rPr lang="es-MX" smtClean="0"/>
              <a:t>09/06/2026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321C81-CFFA-C877-2058-B1A88D0EE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87F758-5C3E-6627-A617-9B868748A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BDC58-78B8-4404-AB8A-786951600F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543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0BC3AF-9181-B992-0C26-B3BB0F1FC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12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6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27779F-6363-5667-AE75-B4CAF260C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78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94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CD2407-9F91-92E5-3925-4356E4062C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6" b="222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7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85CC3D-D681-A50B-6608-DBB06AC9B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9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9FE7ED-7A92-8EB6-E09F-8F26A831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12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8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E7887AE-F55E-FC2D-11B6-5CD9A3D1D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12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6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679A41-9493-3229-F611-879CFF8E6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9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EC0F1E-F8E5-E79B-5714-0666865085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7" b="1503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777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Office PowerPoint</Application>
  <PresentationFormat>Panorámica</PresentationFormat>
  <Paragraphs>1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CARLOS MEZQUITA MEDINA</dc:creator>
  <cp:lastModifiedBy>ROBERTO CARLOS MEZQUITA MEDINA</cp:lastModifiedBy>
  <cp:revision>1</cp:revision>
  <dcterms:created xsi:type="dcterms:W3CDTF">2026-06-10T04:06:58Z</dcterms:created>
  <dcterms:modified xsi:type="dcterms:W3CDTF">2026-06-10T04:16:34Z</dcterms:modified>
</cp:coreProperties>
</file>